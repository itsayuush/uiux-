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Google Sans"/>
      <p:regular r:id="rId8"/>
      <p:bold r:id="rId9"/>
      <p:italic r:id="rId10"/>
      <p:boldItalic r:id="rId11"/>
    </p:embeddedFont>
    <p:embeddedFont>
      <p:font typeface="Google Sans Medium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4D6E6D-7547-4EDF-B692-FFDF4C537E73}">
  <a:tblStyle styleId="{304D6E6D-7547-4EDF-B692-FFDF4C537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GoogleSans-regular.fntdata"/><Relationship Id="rId9" Type="http://schemas.openxmlformats.org/officeDocument/2006/relationships/font" Target="fonts/GoogleSans-bold.fntdata"/><Relationship Id="rId10" Type="http://schemas.openxmlformats.org/officeDocument/2006/relationships/font" Target="fonts/GoogleSans-italic.fntdata"/><Relationship Id="rId11" Type="http://schemas.openxmlformats.org/officeDocument/2006/relationships/font" Target="fonts/GoogleSans-boldItalic.fntdata"/><Relationship Id="rId12" Type="http://schemas.openxmlformats.org/officeDocument/2006/relationships/font" Target="fonts/GoogleSansMedium-regular.fntdata"/><Relationship Id="rId13" Type="http://schemas.openxmlformats.org/officeDocument/2006/relationships/font" Target="fonts/GoogleSansMedium-bold.fntdata"/><Relationship Id="rId14" Type="http://schemas.openxmlformats.org/officeDocument/2006/relationships/font" Target="fonts/GoogleSansMedium-italic.fntdata"/><Relationship Id="rId15" Type="http://schemas.openxmlformats.org/officeDocument/2006/relationships/font" Target="fonts/GoogleSans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terial Title: White Text" type="title">
  <p:cSld name="TITLE">
    <p:bg>
      <p:bgPr>
        <a:solidFill>
          <a:srgbClr val="050505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Google Sans"/>
              <a:buNone/>
              <a:defRPr sz="7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>
            <a:off x="85923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E9E9E"/>
              </a:solidFill>
            </a:endParaRPr>
          </a:p>
        </p:txBody>
      </p:sp>
      <p:sp>
        <p:nvSpPr>
          <p:cNvPr id="57" name="Google Shape;57;p14"/>
          <p:cNvSpPr txBox="1"/>
          <p:nvPr>
            <p:ph idx="2"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terial Title: Black Text">
  <p:cSld name="TITLE_6"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2"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5"/>
          <p:cNvSpPr/>
          <p:nvPr/>
        </p:nvSpPr>
        <p:spPr>
          <a:xfrm>
            <a:off x="85923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Google Material Title: Blue">
  <p:cSld name="TITLE_6_1">
    <p:bg>
      <p:bgPr>
        <a:solidFill>
          <a:srgbClr val="C6DAFC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7200"/>
              <a:buFont typeface="Google Sans"/>
              <a:buNone/>
              <a:defRPr sz="72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2" type="title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400"/>
              <a:buFont typeface="Google Sans Medium"/>
              <a:buNone/>
              <a:defRPr sz="14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65" name="Google Shape;65;p16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Google Material Title: Blue 1">
  <p:cSld name="TITLE_6_1_1">
    <p:bg>
      <p:bgPr>
        <a:solidFill>
          <a:srgbClr val="FAD2C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7200"/>
              <a:buFont typeface="Google Sans"/>
              <a:buNone/>
              <a:defRPr sz="72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/>
        </p:txBody>
      </p:sp>
      <p:sp>
        <p:nvSpPr>
          <p:cNvPr id="68" name="Google Shape;68;p17"/>
          <p:cNvSpPr txBox="1"/>
          <p:nvPr>
            <p:ph idx="2" type="title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Font typeface="Google Sans Medium"/>
              <a:buNone/>
              <a:defRPr sz="1400">
                <a:solidFill>
                  <a:srgbClr val="C5221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69" name="Google Shape;69;p17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C52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Google Material Title: Blue 1 1">
  <p:cSld name="TITLE_6_1_1_1">
    <p:bg>
      <p:bgPr>
        <a:solidFill>
          <a:srgbClr val="CEEAD6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7200"/>
              <a:buFont typeface="Google Sans"/>
              <a:buNone/>
              <a:defRPr sz="72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2" type="title"/>
          </p:nvPr>
        </p:nvSpPr>
        <p:spPr>
          <a:xfrm>
            <a:off x="73647" y="84729"/>
            <a:ext cx="3316800" cy="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Font typeface="Google Sans Medium"/>
              <a:buNone/>
              <a:defRPr sz="14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73" name="Google Shape;73;p18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8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Google Material Title: Blue 1 1 1">
  <p:cSld name="TITLE_6_1_1_1_1">
    <p:bg>
      <p:bgPr>
        <a:solidFill>
          <a:srgbClr val="FEEFC3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7200"/>
              <a:buFont typeface="Google Sans"/>
              <a:buNone/>
              <a:defRPr sz="72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2" type="title"/>
          </p:nvPr>
        </p:nvSpPr>
        <p:spPr>
          <a:xfrm>
            <a:off x="73647" y="84729"/>
            <a:ext cx="3419400" cy="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77" name="Google Shape;77;p19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EA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80" name="Google Shape;80;p20"/>
          <p:cNvSpPr/>
          <p:nvPr/>
        </p:nvSpPr>
        <p:spPr>
          <a:xfrm>
            <a:off x="273214" y="433778"/>
            <a:ext cx="196727" cy="160364"/>
          </a:xfrm>
          <a:custGeom>
            <a:rect b="b" l="l" r="r" t="t"/>
            <a:pathLst>
              <a:path extrusionOk="0" h="204938" w="251408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DFF3F0"/>
              </a:solidFill>
            </a:endParaRPr>
          </a:p>
        </p:txBody>
      </p:sp>
      <p:sp>
        <p:nvSpPr>
          <p:cNvPr id="81" name="Google Shape;81;p20"/>
          <p:cNvSpPr txBox="1"/>
          <p:nvPr>
            <p:ph idx="2" type="title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82" name="Google Shape;82;p20"/>
          <p:cNvSpPr txBox="1"/>
          <p:nvPr>
            <p:ph idx="3" type="title"/>
          </p:nvPr>
        </p:nvSpPr>
        <p:spPr>
          <a:xfrm>
            <a:off x="124549" y="877650"/>
            <a:ext cx="8916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4" type="title"/>
          </p:nvPr>
        </p:nvSpPr>
        <p:spPr>
          <a:xfrm>
            <a:off x="938098" y="877650"/>
            <a:ext cx="64779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4" name="Google Shape;84;p20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2" type="title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8" name="Google Shape;88;p21"/>
          <p:cNvSpPr/>
          <p:nvPr/>
        </p:nvSpPr>
        <p:spPr>
          <a:xfrm>
            <a:off x="85923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">
  <p:cSld name="TITLE_AND_BODY_1_2">
    <p:bg>
      <p:bgPr>
        <a:solidFill>
          <a:srgbClr val="05050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91" name="Google Shape;91;p22"/>
          <p:cNvSpPr txBox="1"/>
          <p:nvPr>
            <p:ph idx="2" type="title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None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92" name="Google Shape;92;p22"/>
          <p:cNvSpPr/>
          <p:nvPr/>
        </p:nvSpPr>
        <p:spPr>
          <a:xfrm>
            <a:off x="85923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_AND_BODY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95" name="Google Shape;95;p23"/>
          <p:cNvSpPr/>
          <p:nvPr/>
        </p:nvSpPr>
        <p:spPr>
          <a:xfrm>
            <a:off x="273214" y="433778"/>
            <a:ext cx="196727" cy="160364"/>
          </a:xfrm>
          <a:custGeom>
            <a:rect b="b" l="l" r="r" t="t"/>
            <a:pathLst>
              <a:path extrusionOk="0" h="204938" w="251408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DFF3F0"/>
              </a:solidFill>
            </a:endParaRPr>
          </a:p>
        </p:txBody>
      </p:sp>
      <p:sp>
        <p:nvSpPr>
          <p:cNvPr id="96" name="Google Shape;96;p23"/>
          <p:cNvSpPr txBox="1"/>
          <p:nvPr>
            <p:ph idx="2" type="title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97" name="Google Shape;97;p23"/>
          <p:cNvSpPr txBox="1"/>
          <p:nvPr>
            <p:ph idx="3" type="title"/>
          </p:nvPr>
        </p:nvSpPr>
        <p:spPr>
          <a:xfrm>
            <a:off x="547022" y="732515"/>
            <a:ext cx="57717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98" name="Google Shape;98;p23"/>
          <p:cNvSpPr txBox="1"/>
          <p:nvPr>
            <p:ph idx="4" type="title"/>
          </p:nvPr>
        </p:nvSpPr>
        <p:spPr>
          <a:xfrm>
            <a:off x="566518" y="2324850"/>
            <a:ext cx="3486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99" name="Google Shape;99;p23"/>
          <p:cNvSpPr txBox="1"/>
          <p:nvPr>
            <p:ph idx="5" type="title"/>
          </p:nvPr>
        </p:nvSpPr>
        <p:spPr>
          <a:xfrm>
            <a:off x="549150" y="2782050"/>
            <a:ext cx="17073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0" name="Google Shape;100;p23"/>
          <p:cNvSpPr/>
          <p:nvPr/>
        </p:nvSpPr>
        <p:spPr>
          <a:xfrm>
            <a:off x="590625" y="2363182"/>
            <a:ext cx="307200" cy="30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3"/>
          <p:cNvSpPr txBox="1"/>
          <p:nvPr>
            <p:ph idx="6" type="title"/>
          </p:nvPr>
        </p:nvSpPr>
        <p:spPr>
          <a:xfrm>
            <a:off x="2673118" y="2324850"/>
            <a:ext cx="3486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2" name="Google Shape;102;p23"/>
          <p:cNvSpPr txBox="1"/>
          <p:nvPr>
            <p:ph idx="7" type="title"/>
          </p:nvPr>
        </p:nvSpPr>
        <p:spPr>
          <a:xfrm>
            <a:off x="2655750" y="2782050"/>
            <a:ext cx="17073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3" name="Google Shape;103;p23"/>
          <p:cNvSpPr/>
          <p:nvPr/>
        </p:nvSpPr>
        <p:spPr>
          <a:xfrm>
            <a:off x="2697225" y="2363182"/>
            <a:ext cx="307200" cy="30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 txBox="1"/>
          <p:nvPr>
            <p:ph idx="8" type="title"/>
          </p:nvPr>
        </p:nvSpPr>
        <p:spPr>
          <a:xfrm>
            <a:off x="4779717" y="2324850"/>
            <a:ext cx="3486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5" name="Google Shape;105;p23"/>
          <p:cNvSpPr txBox="1"/>
          <p:nvPr>
            <p:ph idx="9" type="title"/>
          </p:nvPr>
        </p:nvSpPr>
        <p:spPr>
          <a:xfrm>
            <a:off x="4762350" y="2782050"/>
            <a:ext cx="17073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6" name="Google Shape;106;p23"/>
          <p:cNvSpPr/>
          <p:nvPr/>
        </p:nvSpPr>
        <p:spPr>
          <a:xfrm>
            <a:off x="4803825" y="2363182"/>
            <a:ext cx="307200" cy="30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3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  <p15:guide id="3" pos="40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7">
  <p:cSld name="TITLE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471908" y="744575"/>
            <a:ext cx="82221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0" name="Google Shape;110;p24"/>
          <p:cNvSpPr txBox="1"/>
          <p:nvPr>
            <p:ph idx="1" type="subTitle"/>
          </p:nvPr>
        </p:nvSpPr>
        <p:spPr>
          <a:xfrm>
            <a:off x="471900" y="2834125"/>
            <a:ext cx="8222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1" name="Google Shape;11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Big Text 1">
  <p:cSld name="CUSTOM_1_3_1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/>
          <p:nvPr>
            <p:ph idx="1" type="subTitle"/>
          </p:nvPr>
        </p:nvSpPr>
        <p:spPr>
          <a:xfrm>
            <a:off x="512600" y="363000"/>
            <a:ext cx="3154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14" name="Google Shape;114;p25"/>
          <p:cNvSpPr txBox="1"/>
          <p:nvPr/>
        </p:nvSpPr>
        <p:spPr>
          <a:xfrm>
            <a:off x="7291550" y="4759871"/>
            <a:ext cx="17160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google_logo Design </a:t>
            </a:r>
            <a:endParaRPr sz="1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5"/>
          <p:cNvSpPr txBox="1"/>
          <p:nvPr>
            <p:ph idx="2" type="body"/>
          </p:nvPr>
        </p:nvSpPr>
        <p:spPr>
          <a:xfrm>
            <a:off x="144400" y="666750"/>
            <a:ext cx="7287300" cy="3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Char char="●"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683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indent="-3683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indent="-3683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indent="-3683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indent="-3683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indent="-3683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indent="-3683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indent="-3683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144409" y="4739965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 algn="l">
              <a:buNone/>
              <a:defRPr b="1" sz="12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5"/>
          <p:cNvSpPr txBox="1"/>
          <p:nvPr>
            <p:ph type="title"/>
          </p:nvPr>
        </p:nvSpPr>
        <p:spPr>
          <a:xfrm>
            <a:off x="186800" y="125326"/>
            <a:ext cx="2854800" cy="3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18" name="Google Shape;118;p25"/>
          <p:cNvSpPr/>
          <p:nvPr/>
        </p:nvSpPr>
        <p:spPr>
          <a:xfrm>
            <a:off x="295489" y="479931"/>
            <a:ext cx="196727" cy="160364"/>
          </a:xfrm>
          <a:custGeom>
            <a:rect b="b" l="l" r="r" t="t"/>
            <a:pathLst>
              <a:path extrusionOk="0" h="204938" w="251408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DFF3F0"/>
              </a:solidFill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891900" y="186907"/>
            <a:ext cx="20997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464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+ Proprietary</a:t>
            </a:r>
            <a:endParaRPr sz="800">
              <a:solidFill>
                <a:srgbClr val="64646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terial Title: Black Text 1">
  <p:cSld name="TITLE_6_2">
    <p:bg>
      <p:bgPr>
        <a:solidFill>
          <a:srgbClr val="1DE9B6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2" name="Google Shape;122;p26"/>
          <p:cNvSpPr txBox="1"/>
          <p:nvPr>
            <p:ph idx="2"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23" name="Google Shape;123;p26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line title">
  <p:cSld name="BLANK_5_1_2_1_2"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>
            <p:ph type="title"/>
          </p:nvPr>
        </p:nvSpPr>
        <p:spPr>
          <a:xfrm>
            <a:off x="377575" y="742925"/>
            <a:ext cx="5541000" cy="12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28" name="Google Shape;128;p28"/>
          <p:cNvSpPr txBox="1"/>
          <p:nvPr>
            <p:ph idx="1" type="subTitle"/>
          </p:nvPr>
        </p:nvSpPr>
        <p:spPr>
          <a:xfrm>
            <a:off x="377575" y="1834750"/>
            <a:ext cx="3984300" cy="21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cxnSp>
        <p:nvCxnSpPr>
          <p:cNvPr id="129" name="Google Shape;129;p28"/>
          <p:cNvCxnSpPr/>
          <p:nvPr/>
        </p:nvCxnSpPr>
        <p:spPr>
          <a:xfrm>
            <a:off x="499275" y="1609425"/>
            <a:ext cx="585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0" name="Google Shape;130;p2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317224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8">
  <p:cSld name="TITLE_8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7" name="Google Shape;13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ith title">
  <p:cSld name="CUSTOM_2_1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/>
          <p:nvPr>
            <p:ph type="title"/>
          </p:nvPr>
        </p:nvSpPr>
        <p:spPr>
          <a:xfrm>
            <a:off x="377575" y="285725"/>
            <a:ext cx="7519500" cy="7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9pPr>
          </a:lstStyle>
          <a:p/>
        </p:txBody>
      </p:sp>
      <p:pic>
        <p:nvPicPr>
          <p:cNvPr id="141" name="Google Shape;141;p3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88699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32"/>
          <p:cNvSpPr/>
          <p:nvPr/>
        </p:nvSpPr>
        <p:spPr>
          <a:xfrm>
            <a:off x="241450" y="4077968"/>
            <a:ext cx="8526300" cy="85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2"/>
          <p:cNvSpPr/>
          <p:nvPr/>
        </p:nvSpPr>
        <p:spPr>
          <a:xfrm>
            <a:off x="241450" y="2846757"/>
            <a:ext cx="8526300" cy="118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2"/>
          <p:cNvSpPr/>
          <p:nvPr/>
        </p:nvSpPr>
        <p:spPr>
          <a:xfrm>
            <a:off x="241450" y="1386655"/>
            <a:ext cx="8526300" cy="140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241450" y="754678"/>
            <a:ext cx="8526300" cy="58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166622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30770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2"/>
          <p:cNvSpPr txBox="1"/>
          <p:nvPr/>
        </p:nvSpPr>
        <p:spPr>
          <a:xfrm>
            <a:off x="45164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5925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2"/>
          <p:cNvSpPr txBox="1"/>
          <p:nvPr/>
        </p:nvSpPr>
        <p:spPr>
          <a:xfrm>
            <a:off x="7347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2441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32"/>
          <p:cNvCxnSpPr/>
          <p:nvPr/>
        </p:nvCxnSpPr>
        <p:spPr>
          <a:xfrm>
            <a:off x="1668323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32"/>
          <p:cNvCxnSpPr/>
          <p:nvPr/>
        </p:nvCxnSpPr>
        <p:spPr>
          <a:xfrm>
            <a:off x="3088209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32"/>
          <p:cNvCxnSpPr/>
          <p:nvPr/>
        </p:nvCxnSpPr>
        <p:spPr>
          <a:xfrm>
            <a:off x="4508094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32"/>
          <p:cNvCxnSpPr/>
          <p:nvPr/>
        </p:nvCxnSpPr>
        <p:spPr>
          <a:xfrm>
            <a:off x="5927979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32"/>
          <p:cNvCxnSpPr/>
          <p:nvPr/>
        </p:nvCxnSpPr>
        <p:spPr>
          <a:xfrm>
            <a:off x="248438" y="754675"/>
            <a:ext cx="0" cy="41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32"/>
          <p:cNvCxnSpPr/>
          <p:nvPr/>
        </p:nvCxnSpPr>
        <p:spPr>
          <a:xfrm>
            <a:off x="7347865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32"/>
          <p:cNvCxnSpPr/>
          <p:nvPr/>
        </p:nvCxnSpPr>
        <p:spPr>
          <a:xfrm>
            <a:off x="8767750" y="754675"/>
            <a:ext cx="2700" cy="41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32"/>
          <p:cNvSpPr txBox="1"/>
          <p:nvPr/>
        </p:nvSpPr>
        <p:spPr>
          <a:xfrm>
            <a:off x="171175" y="119650"/>
            <a:ext cx="5998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Persona:</a:t>
            </a:r>
            <a:b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 rot="-5400000">
            <a:off x="-175500" y="881750"/>
            <a:ext cx="629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 rot="-5400000">
            <a:off x="-173200" y="1951913"/>
            <a:ext cx="5649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 rot="-5400000">
            <a:off x="-326800" y="3280432"/>
            <a:ext cx="872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Emotions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 rot="-5400000">
            <a:off x="-409450" y="4377825"/>
            <a:ext cx="10038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241450" y="754678"/>
            <a:ext cx="8526300" cy="59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241450" y="4114209"/>
            <a:ext cx="8526300" cy="86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241450" y="2869572"/>
            <a:ext cx="8526300" cy="1193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241450" y="1393547"/>
            <a:ext cx="8526300" cy="1424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2"/>
          <p:cNvCxnSpPr/>
          <p:nvPr/>
        </p:nvCxnSpPr>
        <p:spPr>
          <a:xfrm>
            <a:off x="3088209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32"/>
          <p:cNvCxnSpPr/>
          <p:nvPr/>
        </p:nvCxnSpPr>
        <p:spPr>
          <a:xfrm>
            <a:off x="4508094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32"/>
          <p:cNvCxnSpPr/>
          <p:nvPr/>
        </p:nvCxnSpPr>
        <p:spPr>
          <a:xfrm>
            <a:off x="5927979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32"/>
          <p:cNvCxnSpPr/>
          <p:nvPr/>
        </p:nvCxnSpPr>
        <p:spPr>
          <a:xfrm>
            <a:off x="248438" y="754675"/>
            <a:ext cx="0" cy="42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32"/>
          <p:cNvCxnSpPr/>
          <p:nvPr/>
        </p:nvCxnSpPr>
        <p:spPr>
          <a:xfrm>
            <a:off x="7347865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32"/>
          <p:cNvCxnSpPr/>
          <p:nvPr/>
        </p:nvCxnSpPr>
        <p:spPr>
          <a:xfrm>
            <a:off x="8767750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32"/>
          <p:cNvSpPr txBox="1"/>
          <p:nvPr/>
        </p:nvSpPr>
        <p:spPr>
          <a:xfrm>
            <a:off x="73478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27440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308505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5059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925875" y="13874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16651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32"/>
          <p:cNvCxnSpPr/>
          <p:nvPr/>
        </p:nvCxnSpPr>
        <p:spPr>
          <a:xfrm>
            <a:off x="1668323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/>
        </p:nvSpPr>
        <p:spPr>
          <a:xfrm>
            <a:off x="171175" y="119650"/>
            <a:ext cx="39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Google Sans"/>
                <a:ea typeface="Google Sans"/>
                <a:cs typeface="Google Sans"/>
                <a:sym typeface="Google Sans"/>
              </a:rPr>
              <a:t>Persona: Rhea Malhotra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Quickly book her usual Dubai–Mumbai flight on Emirates and redeem Skywards miles without repeating effort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/>
          <p:cNvGraphicFramePr/>
          <p:nvPr/>
        </p:nvGraphicFramePr>
        <p:xfrm>
          <a:off x="226350" y="700000"/>
          <a:ext cx="3000000" cy="3650000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/>
                <a:gridCol w="1430350"/>
                <a:gridCol w="1430350"/>
                <a:gridCol w="1410775"/>
                <a:gridCol w="1449925"/>
                <a:gridCol w="1430350"/>
              </a:tblGrid>
              <a:tr h="5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b="1"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Search Flight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Compare &amp; Select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Details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Redeem Miles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Checkout &amp; Confirm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</a:tr>
              <a:tr h="1750000">
                <a:tc>
                  <a:txBody>
                    <a:bodyPr/>
                    <a:lstStyle/>
                    <a:p>
                      <a:pPr indent="-114300" lvl="0" marL="177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b="1"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Opens app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Enters route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Picks dates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Compares fares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Compares miles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Selects flight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Enters passport info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Picks window seat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Confirms meal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Finds redemption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Applies miles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Reviews total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Reviews summary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Pays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Gets confirmation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b="1"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Focused, rushed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Mildly frustrated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Irritated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Confused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Relieved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75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b="1"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11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One-tap recent search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Show cash vs. miles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Auto-fill passenger info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Surface miles earlier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Add repeat-booking shortcut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263238"/>
      </a:dk1>
      <a:lt1>
        <a:srgbClr val="FFFFFF"/>
      </a:lt1>
      <a:dk2>
        <a:srgbClr val="919090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