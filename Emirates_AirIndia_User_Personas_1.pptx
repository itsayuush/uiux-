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actually flies with Emirates &amp; Air India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websites — Emirates, Air India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UI/UX Design — User Personas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38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Rhea Malhotra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Professional — The Dubai–Mumbai Commuter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6404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4040" y="585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4040" y="896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6404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 (originally Pune)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404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404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fly this route so often, I just want to check in and forget about it.”</a:t>
            </a:r>
            <a:endParaRPr lang="en-US" sz="1350" dirty="0"/>
          </a:p>
        </p:txBody>
      </p:sp>
      <p:pic>
        <p:nvPicPr>
          <p:cNvPr id="13" name="Image 0" descr="/home/claude/personas/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1947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pic>
        <p:nvPicPr>
          <p:cNvPr id="15" name="Image 1" descr="/home/claude/personas/icons/ale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944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same Dubai–Mumbai route in under 2 minutes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Skywards miles without hunting through menus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seat and meal preferences saved for next time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8076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to re-enter passport details on every single booking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redemption feels hidden behind several clicks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map loads slowly on mobile data</a:t>
            </a:r>
            <a:endParaRPr lang="en-US" sz="1200" dirty="0"/>
          </a:p>
        </p:txBody>
      </p:sp>
      <p:pic>
        <p:nvPicPr>
          <p:cNvPr id="19" name="Image 2" descr="/home/claude/personas/icons/compas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" y="3776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person actually uses the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flights on her lunch break, checks in exactly 48 hours early, always requests the same window seat.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0624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8056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and in control when it works; irritated by repeated data entry.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5528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one-tap “repeat my last booking” option for frequent routes.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  </a:t>
            </a:r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app — monthly Dubai–Mumbai flights, Skywards miles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38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Farhan Sheikh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Traveler — Living Out of a Carry-On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6404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4040" y="585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4040" y="896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6404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404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404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time in the airport is time I'm not closing a deal.”</a:t>
            </a:r>
            <a:endParaRPr lang="en-US" sz="1350" dirty="0"/>
          </a:p>
        </p:txBody>
      </p:sp>
      <p:pic>
        <p:nvPicPr>
          <p:cNvPr id="13" name="Image 0" descr="/home/claude/personas/icons/targ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1947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pic>
        <p:nvPicPr>
          <p:cNvPr id="15" name="Image 1" descr="/home/claude/personas/icons/ale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944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 a missed connection without calling support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his lounge pass instantly from the app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baggage in real time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8076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change fees aren't shown upfront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access info is buried in a PDF, not the app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baggage tracking in the app</a:t>
            </a:r>
            <a:endParaRPr lang="en-US" sz="1200" dirty="0"/>
          </a:p>
        </p:txBody>
      </p:sp>
      <p:pic>
        <p:nvPicPr>
          <p:cNvPr id="19" name="Image 2" descr="/home/claude/personas/icons/compas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" y="3776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person actually uses the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almost everything from his phone between meetings, calls support only when the app can't resolve it.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0624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8056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in the brand but impatient with slow screens.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5528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total change cost before confirming, not after.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  </a:t>
            </a:r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Business Class — 2x/month international trips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38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Meenal Kapoor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Vacationer — Booking for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6404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4040" y="585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4040" y="896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6404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India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404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404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Homemaker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“Booking for four people shouldn't feel like a full-time job.”</a:t>
            </a:r>
            <a:endParaRPr lang="en-US" sz="1350" dirty="0"/>
          </a:p>
        </p:txBody>
      </p:sp>
      <p:pic>
        <p:nvPicPr>
          <p:cNvPr id="13" name="Image 0" descr="/home/claude/personas/icons/targe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1947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pic>
        <p:nvPicPr>
          <p:cNvPr id="15" name="Image 1" descr="/home/claude/personas/icons/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944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flights and hotel together in one flow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seats together as a family, not one by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clear total price before payment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8076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seats for 4 passengers takes forever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isn't clearly broken down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meal options are hard to find</a:t>
            </a:r>
            <a:endParaRPr lang="en-US" sz="1200" dirty="0"/>
          </a:p>
        </p:txBody>
      </p:sp>
      <p:pic>
        <p:nvPicPr>
          <p:cNvPr id="19" name="Image 2" descr="/home/claude/personas/icons/compas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" y="3776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person actually uses the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whole trip over several evenings, compares the Flight+Hotel bundle against booking separately.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0624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8056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about the trip, overwhelmed by the number of steps.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5528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“seat everyone together” button for group bookings.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  </a:t>
            </a:r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Flight + Hotel — one big family trip a year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38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Suresh Pawar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Flyer — Flying for a Wedding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6404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4040" y="585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4040" y="896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6404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Nashik, Maharashtra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404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404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nephew booked it for me. I just want to know I'm doing this right.”</a:t>
            </a:r>
            <a:endParaRPr lang="en-US" sz="1350" dirty="0"/>
          </a:p>
        </p:txBody>
      </p:sp>
      <p:pic>
        <p:nvPicPr>
          <p:cNvPr id="13" name="Image 0" descr="/home/claude/personas/icons/target_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1947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pic>
        <p:nvPicPr>
          <p:cNvPr id="15" name="Image 1" descr="/home/claude/personas/icons/alert_mar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944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to do at each step of check-in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documents to carry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sure the ticket is actually confirmed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8076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terms use English he isn't fully comfortable with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explanation of what happens after booking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a wrong click will cancel his ticket</a:t>
            </a:r>
            <a:endParaRPr lang="en-US" sz="1200" dirty="0"/>
          </a:p>
        </p:txBody>
      </p:sp>
      <p:pic>
        <p:nvPicPr>
          <p:cNvPr id="19" name="Image 2" descr="/home/claude/personas/icons/compass_mar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" y="3776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person actually uses the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screenshot of every screen, calls his nephew to confirm each step.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0624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8056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but hopeful; scared of making an irreversible mistake.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5528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“what happens next” guide after every booking step.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  </a:t>
            </a:r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 app — his very first flight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6E4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438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Prachi Joshi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Traveler — Booking for the Family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6404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4040" y="585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4040" y="896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6404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Indore, Madhya Pradesh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6404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4040" y="16093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Employee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switch apps for a few hundred rupees difference. Every rupee counts for a family of four.”</a:t>
            </a:r>
            <a:endParaRPr lang="en-US" sz="1350" dirty="0"/>
          </a:p>
        </p:txBody>
      </p:sp>
      <p:pic>
        <p:nvPicPr>
          <p:cNvPr id="13" name="Image 0" descr="/home/claude/personas/icons/target_b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" y="1947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pic>
        <p:nvPicPr>
          <p:cNvPr id="15" name="Image 1" descr="/home/claude/personas/icons/alert_b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659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9944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fares across dates quickly to find the cheapest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seats together without paying extra for each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clear, itemised final price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80760" y="23317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fees add up fast for a family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calendar isn't easy to scan across a week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convenience fees appear only at payment</a:t>
            </a:r>
            <a:endParaRPr lang="en-US" sz="1200" dirty="0"/>
          </a:p>
        </p:txBody>
      </p:sp>
      <p:pic>
        <p:nvPicPr>
          <p:cNvPr id="19" name="Image 2" descr="/home/claude/personas/icons/compass_br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" y="3776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person actually uses the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fares across 4-5 days before booking, compares against other apps before confirming.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0624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8056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Price-conscious and a little suspicious of hidden charges.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55280" y="4279392"/>
            <a:ext cx="0" cy="1481328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0" y="4590288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seat-together option for families, with all fees shown upfront in the fare calendar.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  </a:t>
            </a:r>
            <a:pPr indent="0" marL="0">
              <a:buNone/>
            </a:pPr>
            <a:r>
              <a:rPr lang="en-US" sz="10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 — 2-3 domestic family trips a year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2026-07-28T05:38:38Z</dcterms:created>
  <dcterms:modified xsi:type="dcterms:W3CDTF">2026-07-28T05:38:38Z</dcterms:modified>
</cp:coreProperties>
</file>